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12192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5" Type="http://schemas.openxmlformats.org/officeDocument/2006/relationships/tableStyles" Target="tableStyles.xml"/><Relationship Id="rId14" Type="http://schemas.openxmlformats.org/officeDocument/2006/relationships/presProps" Target="presProps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hyperlink" Target="1051100762@qq.co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2667000"/>
            <a:ext cx="12192000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866643"/>
            <a:ext cx="7211568" cy="6658356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4256934" y="4466886"/>
            <a:ext cx="4487545" cy="1113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68"/>
              </a:lnSpc>
              <a:tabLst/>
            </a:pPr>
            <a:r>
              <a:rPr sz="7100" kern="0" spc="-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叶育铨简历</a:t>
            </a:r>
            <a:endParaRPr sz="71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37821" y="2969597"/>
            <a:ext cx="5605145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5"/>
              </a:lnSpc>
              <a:tabLst/>
            </a:pPr>
            <a:r>
              <a:rPr sz="1100" i="1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time</a:t>
            </a:r>
            <a:r>
              <a:rPr sz="1100" i="1" kern="0" spc="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              </a:t>
            </a:r>
            <a:r>
              <a:rPr sz="1100" i="1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place                     peo</a:t>
            </a:r>
            <a:r>
              <a:rPr sz="1100" i="1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ple                     other                    </a:t>
            </a:r>
            <a:r>
              <a:rPr sz="1700" i="1" kern="0" spc="-10" baseline="11722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us</a:t>
            </a:r>
            <a:endParaRPr sz="1700" baseline="11722" dirty="0">
              <a:latin typeface="Verdana"/>
              <a:ea typeface="Verdana"/>
              <a:cs typeface="Verdana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248900" y="2667001"/>
            <a:ext cx="1147571" cy="76047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5152644" y="8101584"/>
            <a:ext cx="1886712" cy="373379"/>
            <a:chOff x="0" y="0"/>
            <a:chExt cx="1886712" cy="373379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886712" cy="373379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-12700" y="-12700"/>
              <a:ext cx="1912620" cy="3987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16559" algn="l" rtl="0" eaLnBrk="0">
                <a:lnSpc>
                  <a:spcPts val="2306"/>
                </a:lnSpc>
                <a:spcBef>
                  <a:spcPts val="4"/>
                </a:spcBef>
                <a:tabLst/>
              </a:pPr>
              <a:r>
                <a:rPr sz="1700" kern="0" spc="-50" dirty="0">
                  <a:solidFill>
                    <a:srgbClr val="FFFFFF">
                      <a:alpha val="100000"/>
                    </a:srgbClr>
                  </a:solidFill>
                  <a:latin typeface="Verdana"/>
                  <a:ea typeface="Verdana"/>
                  <a:cs typeface="Verdana"/>
                </a:rPr>
                <a:t>BIGE</a:t>
              </a:r>
              <a:r>
                <a:rPr sz="1700" kern="0" spc="470" dirty="0">
                  <a:solidFill>
                    <a:srgbClr val="FFFFFF">
                      <a:alpha val="100000"/>
                    </a:srgbClr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sz="1700" kern="0" spc="-50" dirty="0">
                  <a:solidFill>
                    <a:srgbClr val="FFFFFF">
                      <a:alpha val="100000"/>
                    </a:srgbClr>
                  </a:solidFill>
                  <a:latin typeface="Verdana"/>
                  <a:ea typeface="Verdana"/>
                  <a:cs typeface="Verdana"/>
                </a:rPr>
                <a:t>HAO</a:t>
              </a:r>
              <a:endParaRPr sz="1700" dirty="0">
                <a:latin typeface="Verdana"/>
                <a:ea typeface="Verdana"/>
                <a:cs typeface="Verdana"/>
              </a:endParaRPr>
            </a:p>
          </p:txBody>
        </p:sp>
      </p:grpSp>
      <p:sp>
        <p:nvSpPr>
          <p:cNvPr id="16" name="path 16"/>
          <p:cNvSpPr/>
          <p:nvPr/>
        </p:nvSpPr>
        <p:spPr>
          <a:xfrm>
            <a:off x="6809231" y="4014102"/>
            <a:ext cx="229743" cy="229006"/>
          </a:xfrm>
          <a:custGeom>
            <a:avLst/>
            <a:gdLst/>
            <a:ahLst/>
            <a:cxnLst/>
            <a:rect l="0" t="0" r="0" b="0"/>
            <a:pathLst>
              <a:path w="361" h="360">
                <a:moveTo>
                  <a:pt x="0" y="180"/>
                </a:moveTo>
                <a:cubicBezTo>
                  <a:pt x="1" y="80"/>
                  <a:pt x="81" y="0"/>
                  <a:pt x="181" y="0"/>
                </a:cubicBezTo>
                <a:cubicBezTo>
                  <a:pt x="281" y="0"/>
                  <a:pt x="361" y="80"/>
                  <a:pt x="361" y="180"/>
                </a:cubicBezTo>
                <a:cubicBezTo>
                  <a:pt x="361" y="279"/>
                  <a:pt x="281" y="360"/>
                  <a:pt x="181" y="360"/>
                </a:cubicBezTo>
                <a:cubicBezTo>
                  <a:pt x="81" y="360"/>
                  <a:pt x="1" y="279"/>
                  <a:pt x="0" y="180"/>
                </a:cubicBezTo>
              </a:path>
            </a:pathLst>
          </a:custGeom>
          <a:solidFill>
            <a:srgbClr val="F336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 18"/>
          <p:cNvSpPr/>
          <p:nvPr/>
        </p:nvSpPr>
        <p:spPr>
          <a:xfrm>
            <a:off x="0" y="2548770"/>
            <a:ext cx="12110403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4583175" y="3624389"/>
          <a:ext cx="6915150" cy="4911725"/>
        </p:xfrm>
        <a:graphic>
          <a:graphicData uri="http://schemas.openxmlformats.org/drawingml/2006/table">
            <a:tbl>
              <a:tblPr/>
              <a:tblGrid>
                <a:gridCol w="6915150"/>
              </a:tblGrid>
              <a:tr h="4899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09" algn="l" rtl="0" eaLnBrk="0">
                        <a:lnSpc>
                          <a:spcPts val="334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2021抖音美好奇妙夜         {主控灯光师}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  <a:p>
                      <a:pPr marL="29209" algn="l" rtl="0" eaLnBrk="0">
                        <a:lnSpc>
                          <a:spcPts val="3341"/>
                        </a:lnSpc>
                        <a:spcBef>
                          <a:spcPts val="120"/>
                        </a:spcBef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2021简单生活音乐节         {主控灯光师}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  <a:p>
                      <a:pPr marL="29209" algn="l" rtl="0" eaLnBrk="0">
                        <a:lnSpc>
                          <a:spcPts val="3341"/>
                        </a:lnSpc>
                        <a:spcBef>
                          <a:spcPts val="120"/>
                        </a:spcBef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2023成都热波音乐节         {主控灯光师}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  <a:p>
                      <a:pPr marL="29209" algn="l" rtl="0" eaLnBrk="0">
                        <a:lnSpc>
                          <a:spcPct val="96000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2023 成都超级草莓音乐节 {主控灯光师}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  <a:p>
                      <a:pPr marL="29209" algn="l" rtl="0" eaLnBrk="0">
                        <a:lnSpc>
                          <a:spcPct val="96000"/>
                        </a:lnSpc>
                        <a:spcBef>
                          <a:spcPts val="15"/>
                        </a:spcBef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2024vogue盛典                {预演+主控灯光师}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  <a:p>
                      <a:pPr marL="29209" algn="l" rtl="0" eaLnBrk="0">
                        <a:lnSpc>
                          <a:spcPts val="3341"/>
                        </a:lnSpc>
                        <a:spcBef>
                          <a:spcPts val="94"/>
                        </a:spcBef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2025天龙嘉年华               {预演+主控灯光师}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  <a:p>
                      <a:pPr marL="29209" algn="l" rtl="0" eaLnBrk="0">
                        <a:lnSpc>
                          <a:spcPts val="3341"/>
                        </a:lnSpc>
                        <a:spcBef>
                          <a:spcPts val="120"/>
                        </a:spcBef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2025DNF嘉年华               {方案预演}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  <a:p>
                      <a:pPr marL="29209" algn="l" rtl="0" eaLnBrk="0">
                        <a:lnSpc>
                          <a:spcPct val="111000"/>
                        </a:lnSpc>
                        <a:spcBef>
                          <a:spcPts val="115"/>
                        </a:spcBef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2025杭州西湖TANBOER冰雪大秀{激光}</a:t>
                      </a:r>
                      <a:r>
                        <a:rPr sz="26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           </a:t>
                      </a: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2025杭州璀璨之夜            {预演}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  <a:p>
                      <a:pPr marL="29209" algn="l" rtl="0" eaLnBrk="0">
                        <a:lnSpc>
                          <a:spcPts val="3341"/>
                        </a:lnSpc>
                        <a:tabLst/>
                      </a:pPr>
                      <a:r>
                        <a:rPr sz="26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 Light"/>
                          <a:ea typeface="Microsoft YaHei Light"/>
                          <a:cs typeface="Microsoft YaHei Light"/>
                        </a:rPr>
                        <a:t>2025浙江卫视少儿春晚     {主控灯光}</a:t>
                      </a:r>
                      <a:endParaRPr sz="2600" dirty="0">
                        <a:latin typeface="Microsoft YaHei Light"/>
                        <a:ea typeface="Microsoft YaHei Light"/>
                        <a:cs typeface="Microsoft YaHei Light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38546" y="3192281"/>
            <a:ext cx="3020567" cy="4184903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4554038" y="2647590"/>
            <a:ext cx="6239509" cy="892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2056"/>
              </a:lnSpc>
              <a:tabLst/>
            </a:pP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姓名：</a:t>
            </a:r>
            <a:r>
              <a:rPr sz="1700" kern="0" spc="-1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叶育铨</a:t>
            </a:r>
            <a:r>
              <a:rPr sz="1700" kern="0" spc="16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年龄29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 学历：</a:t>
            </a:r>
            <a:r>
              <a:rPr sz="1700" kern="0" spc="-34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高中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邮箱：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FFFFFF"/>
                      <wpsdc:folHlinkClr xmlns:wpsdc="http://www.wps.cn/officeDocument/2017/drawingmlCustomData" val="FFFFFF"/>
                      <wpsdc:hlinkUnderline xmlns:wpsdc="http://www.wps.cn/officeDocument/2017/drawingmlCustomData" val="0"/>
                    </a:ext>
                  </a:extLst>
                </a:hlinkClick>
              </a:rPr>
              <a:t>1051100762@qq.com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056"/>
              </a:lnSpc>
              <a:spcBef>
                <a:spcPts val="340"/>
              </a:spcBef>
              <a:tabLst/>
            </a:pP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联系电话：</a:t>
            </a:r>
            <a:r>
              <a:rPr sz="1700" kern="0" spc="-1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13412109596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3334" algn="l" rtl="0" eaLnBrk="0">
              <a:lnSpc>
                <a:spcPts val="2056"/>
              </a:lnSpc>
              <a:spcBef>
                <a:spcPts val="314"/>
              </a:spcBef>
              <a:tabLst/>
            </a:pP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技能：</a:t>
            </a:r>
            <a:r>
              <a:rPr sz="1700" kern="0" spc="-17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舞美设计，</a:t>
            </a:r>
            <a:r>
              <a:rPr sz="1700" kern="0" spc="-24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预演动画   控台</a:t>
            </a:r>
            <a:r>
              <a:rPr sz="1700" kern="0" spc="2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ma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700" kern="0" spc="3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老</a:t>
            </a:r>
            <a:r>
              <a:rPr sz="1700" kern="0" spc="2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虎</a:t>
            </a:r>
            <a:r>
              <a:rPr sz="1700" kern="0" spc="1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beyone</a:t>
            </a:r>
            <a:r>
              <a:rPr sz="1700" kern="0" spc="14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madrix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9367811" y="8707507"/>
            <a:ext cx="2294254" cy="582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2023中创华娱灯光设计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745"/>
              </a:lnSpc>
              <a:tabLst/>
            </a:pP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2017珠江娱乐灯光技术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3136392"/>
            <a:ext cx="1086612" cy="5974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64880"/>
            <a:ext cx="12167567" cy="1212711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6801" y="4794730"/>
            <a:ext cx="5011305" cy="298189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42597" y="4794732"/>
            <a:ext cx="4472844" cy="298189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883713" y="4292355"/>
            <a:ext cx="2282825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8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1800" kern="0" spc="10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抖音美好奇妙夜</a:t>
            </a:r>
            <a:endParaRPr sz="18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 38"/>
          <p:cNvSpPr/>
          <p:nvPr/>
        </p:nvSpPr>
        <p:spPr>
          <a:xfrm>
            <a:off x="0" y="2667000"/>
            <a:ext cx="12192000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86797" y="3795986"/>
            <a:ext cx="3817173" cy="5358654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10719" y="6425420"/>
            <a:ext cx="4319160" cy="2729219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112984" y="3779697"/>
            <a:ext cx="4326246" cy="2645723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640421" y="3240478"/>
            <a:ext cx="1628775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6"/>
              </a:lnSpc>
              <a:tabLst/>
            </a:pP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2023热波音乐节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 48"/>
          <p:cNvSpPr/>
          <p:nvPr/>
        </p:nvSpPr>
        <p:spPr>
          <a:xfrm>
            <a:off x="18728" y="2471660"/>
            <a:ext cx="12161270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728" y="3633661"/>
            <a:ext cx="12140942" cy="5695999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53872" y="3498078"/>
            <a:ext cx="2046604" cy="28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73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2025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vogue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国际盛典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 54"/>
          <p:cNvSpPr/>
          <p:nvPr/>
        </p:nvSpPr>
        <p:spPr>
          <a:xfrm>
            <a:off x="0" y="2667000"/>
            <a:ext cx="12191999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7637" y="6431936"/>
            <a:ext cx="4799698" cy="2709624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47637" y="3662878"/>
            <a:ext cx="4792472" cy="2659604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62722" y="6431936"/>
            <a:ext cx="4550215" cy="272178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62722" y="3676891"/>
            <a:ext cx="4544357" cy="2615403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382781" y="3083159"/>
            <a:ext cx="1579244" cy="28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73"/>
              </a:lnSpc>
              <a:tabLst/>
            </a:pPr>
            <a:r>
              <a:rPr sz="1700" b="1" kern="0" spc="-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2025</a:t>
            </a:r>
            <a:r>
              <a:rPr sz="1700" kern="0" spc="-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天龙嘉年华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 66"/>
          <p:cNvSpPr/>
          <p:nvPr/>
        </p:nvSpPr>
        <p:spPr>
          <a:xfrm>
            <a:off x="0" y="2667000"/>
            <a:ext cx="12192000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369710"/>
            <a:ext cx="12073094" cy="3494071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392284" y="3007990"/>
            <a:ext cx="1308100" cy="519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95000"/>
              </a:lnSpc>
              <a:tabLst/>
            </a:pP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2025</a:t>
            </a:r>
            <a:r>
              <a:rPr sz="1700" kern="0" spc="7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上海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dnf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嘉年华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 </a:t>
            </a:r>
            <a:r>
              <a:rPr sz="1700" kern="0" spc="1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预演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 72"/>
          <p:cNvSpPr/>
          <p:nvPr/>
        </p:nvSpPr>
        <p:spPr>
          <a:xfrm>
            <a:off x="92029" y="2593830"/>
            <a:ext cx="12087968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029" y="4076672"/>
            <a:ext cx="5609288" cy="3676823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47981" y="4088923"/>
            <a:ext cx="5499007" cy="3664572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257486" y="2999264"/>
            <a:ext cx="3319145" cy="236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700" b="1" kern="0" spc="10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2025杭州西湖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T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A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NBOER</a:t>
            </a:r>
            <a:r>
              <a:rPr sz="1700" kern="0" spc="10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冰雪</a:t>
            </a: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大</a:t>
            </a:r>
            <a:r>
              <a:rPr sz="1700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秀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 80"/>
          <p:cNvSpPr/>
          <p:nvPr/>
        </p:nvSpPr>
        <p:spPr>
          <a:xfrm>
            <a:off x="57527" y="2559275"/>
            <a:ext cx="12122470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4693" y="4369710"/>
            <a:ext cx="3543527" cy="4780834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14322" y="4369710"/>
            <a:ext cx="3714476" cy="2649905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96990" y="6356927"/>
            <a:ext cx="3904998" cy="2793617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409837" y="3719138"/>
            <a:ext cx="1649095" cy="456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indent="-6350" algn="l" rtl="0" eaLnBrk="0">
              <a:lnSpc>
                <a:spcPct val="83000"/>
              </a:lnSpc>
              <a:tabLst/>
            </a:pPr>
            <a:r>
              <a:rPr sz="1700" b="1" kern="0" spc="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2025杭州</a:t>
            </a:r>
            <a:r>
              <a:rPr sz="1700" kern="0" spc="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氧气音</a:t>
            </a:r>
            <a:r>
              <a:rPr sz="1700" kern="0" spc="-3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乐节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90"/>
          <p:cNvSpPr/>
          <p:nvPr/>
        </p:nvSpPr>
        <p:spPr>
          <a:xfrm>
            <a:off x="0" y="2667000"/>
            <a:ext cx="12192000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12876" y="4539600"/>
            <a:ext cx="5739279" cy="4411328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92101" y="4539599"/>
            <a:ext cx="5698558" cy="4413904"/>
          </a:xfrm>
          <a:prstGeom prst="rect">
            <a:avLst/>
          </a:prstGeom>
        </p:spPr>
      </p:pic>
      <p:sp>
        <p:nvSpPr>
          <p:cNvPr id="96" name="textbox 96"/>
          <p:cNvSpPr/>
          <p:nvPr/>
        </p:nvSpPr>
        <p:spPr>
          <a:xfrm>
            <a:off x="448021" y="4260130"/>
            <a:ext cx="2849245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6"/>
              </a:lnSpc>
              <a:tabLst/>
            </a:pPr>
            <a:r>
              <a:rPr sz="1700" b="1" kern="0" spc="1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2025年</a:t>
            </a:r>
            <a:r>
              <a:rPr sz="1700" kern="0" spc="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tomorrowland</a:t>
            </a:r>
            <a:r>
              <a:rPr sz="1700" kern="0" spc="15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分会场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 98"/>
          <p:cNvSpPr/>
          <p:nvPr/>
        </p:nvSpPr>
        <p:spPr>
          <a:xfrm>
            <a:off x="12001" y="2875457"/>
            <a:ext cx="12167996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80512" y="3979593"/>
            <a:ext cx="5000952" cy="5285741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2458" y="3979592"/>
            <a:ext cx="4864919" cy="5253504"/>
          </a:xfrm>
          <a:prstGeom prst="rect">
            <a:avLst/>
          </a:prstGeom>
        </p:spPr>
      </p:pic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2524" y="2927985"/>
          <a:ext cx="2915920" cy="583565"/>
        </p:xfrm>
        <a:graphic>
          <a:graphicData uri="http://schemas.openxmlformats.org/drawingml/2006/table">
            <a:tbl>
              <a:tblPr/>
              <a:tblGrid>
                <a:gridCol w="2915920"/>
              </a:tblGrid>
              <a:tr h="570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94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69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2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2025浙江卫视少儿春</a:t>
                      </a:r>
                      <a:r>
                        <a:rPr sz="22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晚</a:t>
                      </a:r>
                      <a:endParaRPr sz="2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 106"/>
          <p:cNvSpPr/>
          <p:nvPr/>
        </p:nvSpPr>
        <p:spPr>
          <a:xfrm>
            <a:off x="0" y="2667000"/>
            <a:ext cx="12192000" cy="6858000"/>
          </a:xfrm>
          <a:prstGeom prst="rect">
            <a:avLst/>
          </a:prstGeom>
          <a:solidFill>
            <a:srgbClr val="1F1F1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textbox 108"/>
          <p:cNvSpPr/>
          <p:nvPr/>
        </p:nvSpPr>
        <p:spPr>
          <a:xfrm>
            <a:off x="3306483" y="4147655"/>
            <a:ext cx="5736590" cy="142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11300" kern="0" spc="-7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感谢观看</a:t>
            </a:r>
            <a:endParaRPr sz="11300" dirty="0">
              <a:latin typeface="DengXian"/>
              <a:ea typeface="DengXian"/>
              <a:cs typeface="DengXian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4055192" y="5944203"/>
            <a:ext cx="2784475" cy="1659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860"/>
              </a:lnSpc>
              <a:tabLst/>
            </a:pPr>
            <a:r>
              <a:rPr sz="9500" kern="0" spc="14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tha</a:t>
            </a:r>
            <a:r>
              <a:rPr sz="13800" kern="0" spc="140" baseline="9218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n</a:t>
            </a:r>
            <a:endParaRPr sz="13800" baseline="9218" dirty="0">
              <a:latin typeface="Verdana"/>
              <a:ea typeface="Verdana"/>
              <a:cs typeface="Verdana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6957901" y="6038881"/>
            <a:ext cx="1228725" cy="153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899"/>
              </a:lnSpc>
              <a:tabLst/>
            </a:pPr>
            <a:r>
              <a:rPr sz="8700" kern="0" spc="-29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k</a:t>
            </a:r>
            <a:r>
              <a:rPr sz="14400" kern="0" spc="-290" baseline="6618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s</a:t>
            </a:r>
            <a:endParaRPr sz="14400" baseline="6618" dirty="0">
              <a:latin typeface="Verdana"/>
              <a:ea typeface="Verdana"/>
              <a:cs typeface="Verdana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437821" y="2969597"/>
            <a:ext cx="5605145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95"/>
              </a:lnSpc>
              <a:tabLst/>
            </a:pPr>
            <a:r>
              <a:rPr sz="1100" i="1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time</a:t>
            </a:r>
            <a:r>
              <a:rPr sz="1100" i="1" kern="0" spc="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              </a:t>
            </a:r>
            <a:r>
              <a:rPr sz="1100" i="1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place                     peo</a:t>
            </a:r>
            <a:r>
              <a:rPr sz="1100" i="1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ple                     other                    </a:t>
            </a:r>
            <a:r>
              <a:rPr sz="1700" i="1" kern="0" spc="-10" baseline="11722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us</a:t>
            </a:r>
            <a:endParaRPr sz="1700" baseline="11722" dirty="0">
              <a:latin typeface="Verdana"/>
              <a:ea typeface="Verdana"/>
              <a:cs typeface="Verdana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48900" y="2667000"/>
            <a:ext cx="1147571" cy="760476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5152644" y="8101584"/>
            <a:ext cx="1886712" cy="373379"/>
            <a:chOff x="0" y="0"/>
            <a:chExt cx="1886712" cy="373379"/>
          </a:xfrm>
        </p:grpSpPr>
        <p:pic>
          <p:nvPicPr>
            <p:cNvPr id="118" name="picture 1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886712" cy="373379"/>
            </a:xfrm>
            <a:prstGeom prst="rect">
              <a:avLst/>
            </a:prstGeom>
          </p:spPr>
        </p:pic>
        <p:sp>
          <p:nvSpPr>
            <p:cNvPr id="120" name="textbox 120"/>
            <p:cNvSpPr/>
            <p:nvPr/>
          </p:nvSpPr>
          <p:spPr>
            <a:xfrm>
              <a:off x="-12700" y="-12700"/>
              <a:ext cx="1912620" cy="3987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16559" algn="l" rtl="0" eaLnBrk="0">
                <a:lnSpc>
                  <a:spcPts val="2306"/>
                </a:lnSpc>
                <a:spcBef>
                  <a:spcPts val="4"/>
                </a:spcBef>
                <a:tabLst/>
              </a:pPr>
              <a:r>
                <a:rPr sz="1700" kern="0" spc="-50" dirty="0">
                  <a:solidFill>
                    <a:srgbClr val="FFFFFF">
                      <a:alpha val="100000"/>
                    </a:srgbClr>
                  </a:solidFill>
                  <a:latin typeface="Verdana"/>
                  <a:ea typeface="Verdana"/>
                  <a:cs typeface="Verdana"/>
                </a:rPr>
                <a:t>BIGE</a:t>
              </a:r>
              <a:r>
                <a:rPr sz="1700" kern="0" spc="470" dirty="0">
                  <a:solidFill>
                    <a:srgbClr val="FFFFFF">
                      <a:alpha val="100000"/>
                    </a:srgbClr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sz="1700" kern="0" spc="-50" dirty="0">
                  <a:solidFill>
                    <a:srgbClr val="FFFFFF">
                      <a:alpha val="100000"/>
                    </a:srgbClr>
                  </a:solidFill>
                  <a:latin typeface="Verdana"/>
                  <a:ea typeface="Verdana"/>
                  <a:cs typeface="Verdana"/>
                </a:rPr>
                <a:t>HAO</a:t>
              </a:r>
              <a:endParaRPr sz="1700" dirty="0">
                <a:latin typeface="Verdana"/>
                <a:ea typeface="Verdana"/>
                <a:cs typeface="Verdana"/>
              </a:endParaRPr>
            </a:p>
          </p:txBody>
        </p:sp>
      </p:grpSp>
      <p:sp>
        <p:nvSpPr>
          <p:cNvPr id="122" name="textbox 122"/>
          <p:cNvSpPr/>
          <p:nvPr/>
        </p:nvSpPr>
        <p:spPr>
          <a:xfrm>
            <a:off x="3368040" y="6092120"/>
            <a:ext cx="3222625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9"/>
              </a:lnSpc>
              <a:tabLst/>
            </a:pP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T    h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</a:t>
            </a:r>
            <a:r>
              <a:rPr sz="800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e        </a:t>
            </a:r>
            <a:r>
              <a:rPr sz="600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i   </a:t>
            </a:r>
            <a:r>
              <a:rPr sz="600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n     t</a:t>
            </a:r>
            <a:r>
              <a:rPr sz="600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 </a:t>
            </a:r>
            <a:r>
              <a:rPr sz="600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r</a:t>
            </a:r>
            <a:r>
              <a:rPr sz="600" kern="0" spc="6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</a:t>
            </a:r>
            <a:r>
              <a:rPr sz="600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o</a:t>
            </a:r>
            <a:r>
              <a:rPr sz="600" kern="0" spc="5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</a:t>
            </a:r>
            <a:r>
              <a:rPr sz="600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d</a:t>
            </a:r>
            <a:r>
              <a:rPr sz="600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 </a:t>
            </a:r>
            <a:r>
              <a:rPr sz="600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u     c     t     i     o      </a:t>
            </a: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n        t</a:t>
            </a:r>
            <a:r>
              <a:rPr sz="800" kern="0" spc="6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</a:t>
            </a:r>
            <a:r>
              <a:rPr sz="800" kern="0" spc="-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o</a:t>
            </a:r>
            <a:endParaRPr sz="800" dirty="0">
              <a:latin typeface="Verdana"/>
              <a:ea typeface="Verdana"/>
              <a:cs typeface="Verdana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6892206" y="6103954"/>
            <a:ext cx="1144269" cy="110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600" kern="0" spc="-2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o</a:t>
            </a:r>
            <a:r>
              <a:rPr sz="600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 </a:t>
            </a:r>
            <a:r>
              <a:rPr sz="600" kern="0" spc="-2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u</a:t>
            </a:r>
            <a:r>
              <a:rPr sz="600" kern="0" spc="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 </a:t>
            </a:r>
            <a:r>
              <a:rPr sz="600" kern="0" spc="-2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r</a:t>
            </a:r>
            <a:r>
              <a:rPr sz="600" kern="0" spc="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      </a:t>
            </a: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C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</a:t>
            </a: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O</a:t>
            </a:r>
            <a:r>
              <a:rPr sz="800" kern="0" spc="4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</a:t>
            </a:r>
            <a:r>
              <a:rPr sz="800" kern="0" spc="-2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M</a:t>
            </a:r>
            <a:endParaRPr sz="800" dirty="0">
              <a:latin typeface="Verdana"/>
              <a:ea typeface="Verdana"/>
              <a:cs typeface="Verdana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8178518" y="6117185"/>
            <a:ext cx="646430" cy="116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kern="0" spc="-5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P</a:t>
            </a:r>
            <a:r>
              <a:rPr sz="800" kern="0" spc="2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</a:t>
            </a:r>
            <a:r>
              <a:rPr sz="800" kern="0" spc="-5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A</a:t>
            </a:r>
            <a:r>
              <a:rPr sz="800" kern="0" spc="8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</a:t>
            </a:r>
            <a:r>
              <a:rPr sz="800" kern="0" spc="-5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N</a:t>
            </a:r>
            <a:r>
              <a:rPr sz="800" kern="0" spc="1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   </a:t>
            </a:r>
            <a:r>
              <a:rPr sz="800" kern="0" spc="-50" dirty="0">
                <a:solidFill>
                  <a:srgbClr val="FFFFFF">
                    <a:alpha val="100000"/>
                  </a:srgbClr>
                </a:solidFill>
                <a:latin typeface="Verdana"/>
                <a:ea typeface="Verdana"/>
                <a:cs typeface="Verdana"/>
              </a:rPr>
              <a:t>Y</a:t>
            </a:r>
            <a:endParaRPr sz="800" dirty="0"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2026-01-09T17:54:48Z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2026-07-19T22:08:11</vt:filetime>
  </property>
</Properties>
</file>